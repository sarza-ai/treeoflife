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file" ContentType="image/fil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file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2085051983-q7zu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" y="342900"/>
            <a:ext cx="200025" cy="14288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14375" y="285750"/>
            <a:ext cx="13054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03" kern="0" dirty="0">
                <a:solidFill>
                  <a:srgbClr val="FFFFFF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MANIFESTO · 01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80846" y="285750"/>
            <a:ext cx="16631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03" kern="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BLOOD-RED ON BLACK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143375" y="1539478"/>
            <a:ext cx="857250" cy="14288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800238" y="1753791"/>
            <a:ext cx="4960776" cy="648081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19050" dir="5400000">
              <a:srgbClr val="000000">
                <a:alpha val="8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56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TREE</a:t>
            </a:r>
            <a:endParaRPr lang="en-US" sz="4725" dirty="0"/>
          </a:p>
        </p:txBody>
      </p:sp>
      <p:sp>
        <p:nvSpPr>
          <p:cNvPr id="10" name="Text 6"/>
          <p:cNvSpPr/>
          <p:nvPr/>
        </p:nvSpPr>
        <p:spPr>
          <a:xfrm>
            <a:off x="2428429" y="2439591"/>
            <a:ext cx="5538989" cy="648081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19050" dir="5400000">
              <a:srgbClr val="000000">
                <a:alpha val="8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56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LIBERTY</a:t>
            </a:r>
            <a:endParaRPr lang="en-US" sz="4725" dirty="0"/>
          </a:p>
        </p:txBody>
      </p:sp>
      <p:sp>
        <p:nvSpPr>
          <p:cNvPr id="11" name="Text 7"/>
          <p:cNvSpPr/>
          <p:nvPr/>
        </p:nvSpPr>
        <p:spPr>
          <a:xfrm>
            <a:off x="4143375" y="3239691"/>
            <a:ext cx="857250" cy="14288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028950" y="3411141"/>
            <a:ext cx="3332988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304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MANIFESTO IN ONE TRANSACTION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3173611" y="4650581"/>
            <a:ext cx="1252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97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 ONLY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245173" y="4704159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459486" y="4650581"/>
            <a:ext cx="6750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97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KYC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080992" y="4704159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95305" y="4650581"/>
            <a:ext cx="3848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97" kern="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MASTER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036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8625" y="100013"/>
            <a:ext cx="28575" cy="400050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363" y="157163"/>
            <a:ext cx="27806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27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MANIFESTO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131248" y="225028"/>
            <a:ext cx="15841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57" kern="0" dirty="0">
                <a:solidFill>
                  <a:srgbClr val="FFFFFF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THOMAS JEFFERSON · 1787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0063" y="1659694"/>
            <a:ext cx="714375" cy="14288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0063" y="1931157"/>
            <a:ext cx="4486275" cy="152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“The tree of liberty must be refreshed from time to time with the 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B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blood of patriots &amp; tyrants</a:t>
            </a:r>
            <a:pPr algn="l" indent="0" marL="0">
              <a:lnSpc>
                <a:spcPts val="2779"/>
              </a:lnSpc>
              <a:buNone/>
            </a:pPr>
            <a:r>
              <a:rPr lang="en-US" sz="213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It is its natural manure.”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500063" y="3771119"/>
            <a:ext cx="4486275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spc="197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THOMAS JEFFERSON, LETTER TO WILLIAM STEPHENS SMITH, NOV 13, 1787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15968" y="835819"/>
            <a:ext cx="4828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36" kern="0" dirty="0">
                <a:solidFill>
                  <a:srgbClr val="FFFFFF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FIG. 01 · CONCENTRIC ORDER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22219" y="1882378"/>
            <a:ext cx="1985963" cy="1985963"/>
          </a:xfrm>
          <a:prstGeom prst="rect">
            <a:avLst/>
          </a:prstGeom>
          <a:noFill/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7969" y="2168128"/>
            <a:ext cx="1414463" cy="1414463"/>
          </a:xfrm>
          <a:prstGeom prst="rect">
            <a:avLst/>
          </a:prstGeom>
          <a:noFill/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93719" y="2453878"/>
            <a:ext cx="842963" cy="842963"/>
          </a:xfrm>
          <a:prstGeom prst="rect">
            <a:avLst/>
          </a:prstGeom>
          <a:noFill/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08031" y="2668191"/>
            <a:ext cx="414338" cy="414338"/>
          </a:xfrm>
          <a:prstGeom prst="rect">
            <a:avLst/>
          </a:prstGeom>
          <a:noFill/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29475" y="2789634"/>
            <a:ext cx="171450" cy="171450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52621" y="4718447"/>
            <a:ext cx="50913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219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 QUOD BELLUM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03647"/>
            <a:ext cx="91440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0063" y="150019"/>
            <a:ext cx="28575" cy="300038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225" y="85725"/>
            <a:ext cx="1947431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spc="27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DONATE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493669" y="225028"/>
            <a:ext cx="22599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42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BITCOIN MAINNET · ON-CHAIN PROOF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0063" y="1709589"/>
            <a:ext cx="571500" cy="14288"/>
          </a:xfrm>
          <a:prstGeom prst="rect">
            <a:avLst/>
          </a:prstGeom>
          <a:solidFill>
            <a:srgbClr val="B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0063" y="1852464"/>
            <a:ext cx="2978452" cy="68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11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REFRESH THE TREE.</a:t>
            </a:r>
            <a:endParaRPr lang="en-US" sz="2363" dirty="0"/>
          </a:p>
        </p:txBody>
      </p:sp>
      <p:sp>
        <p:nvSpPr>
          <p:cNvPr id="9" name="Text 7"/>
          <p:cNvSpPr/>
          <p:nvPr/>
        </p:nvSpPr>
        <p:spPr>
          <a:xfrm>
            <a:off x="500063" y="2582466"/>
            <a:ext cx="26323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83" kern="0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TRANSACTION · ONE CAUSE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0063" y="2936081"/>
            <a:ext cx="319591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FFFFFF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BTC ADDRESS (P2PKH)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0063" y="3096816"/>
            <a:ext cx="2632347" cy="17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3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3GEyeURhLVbRWtZL6qN8MoBKseedN6vRjb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206" y="3455343"/>
            <a:ext cx="2602781" cy="578644"/>
          </a:xfrm>
          <a:prstGeom prst="rect">
            <a:avLst/>
          </a:prstGeom>
          <a:solidFill>
            <a:srgbClr val="B22222"/>
          </a:solidFill>
          <a:ln w="14288">
            <a:solidFill>
              <a:srgbClr val="B2222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07221" y="3576786"/>
            <a:ext cx="495598" cy="358759"/>
          </a:xfrm>
          <a:prstGeom prst="rect">
            <a:avLst/>
          </a:prstGeom>
          <a:noFill/>
          <a:ln/>
        </p:spPr>
        <p:txBody>
          <a:bodyPr wrap="none" lIns="200025" tIns="100013" rIns="200025" bIns="100013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spc="17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DONATE NOW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714375" y="3626793"/>
            <a:ext cx="16071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5" name="Shape 13"/>
          <p:cNvSpPr/>
          <p:nvPr/>
        </p:nvSpPr>
        <p:spPr>
          <a:xfrm>
            <a:off x="5848499" y="607219"/>
            <a:ext cx="0" cy="4536281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12443" y="607219"/>
            <a:ext cx="0" cy="4536281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2499" y="1757363"/>
            <a:ext cx="1835944" cy="2235994"/>
          </a:xfrm>
          <a:prstGeom prst="rect">
            <a:avLst/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https://chat.z.ai/api/v1/sandbox/version/file?path=download%2Fslides%2Fbtc_qr.png&amp;chatId=d2f73625-7eba-4c33-af04-50f464d6eb26&amp;versionId=09552012-8922-4da2-b845-1f795b4a8ab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4658" y="1889522"/>
            <a:ext cx="1571625" cy="15716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025392" y="3561159"/>
            <a:ext cx="123309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46" kern="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DONATE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948485" y="3743325"/>
            <a:ext cx="125266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WALLET · ANY AMOUNT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027093" y="1557226"/>
            <a:ext cx="2613161" cy="1769864"/>
          </a:xfrm>
          <a:prstGeom prst="rect">
            <a:avLst/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/tmp/h2p-fit-1782085056974-bjnx3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527" y="1603660"/>
            <a:ext cx="2520293" cy="16769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023521" y="3387812"/>
            <a:ext cx="26203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SCREENSHOT · CRYPTO.COM EXPLORER · 2026-06-21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023521" y="3623556"/>
            <a:ext cx="4606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B2222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5" name="Text 21"/>
          <p:cNvSpPr/>
          <p:nvPr/>
        </p:nvSpPr>
        <p:spPr>
          <a:xfrm>
            <a:off x="6555618" y="3661060"/>
            <a:ext cx="20882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ON-CHAIN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023521" y="3909306"/>
            <a:ext cx="262030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Cross-check on mempool.space, blockchain.com, or your own node. No middleman, no custodian, no off-ledger.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124886" y="4886325"/>
            <a:ext cx="20191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FFFFFF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TREE OF LIBERTY · 03 / 03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2026-06-21T23:37:37Z</dcterms:created>
  <dcterms:modified xsi:type="dcterms:W3CDTF">2026-06-21T23:37:37Z</dcterms:modified>
</cp:coreProperties>
</file>